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712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1986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391835-D231-357B-2C91-BFCE35FAEB0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90500" y="6545580"/>
            <a:ext cx="830263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nb-NO" sz="800">
                <a:solidFill>
                  <a:srgbClr val="000000">
                    <a:alpha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Sensitivity: 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8450391-6d50-49e0-a466-bfda2ff2a5e1}" enabled="1" method="Privileged" siteId="{65f51067-7d65-4aa9-b996-4cc43a0d7111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Macintosh PowerPoint</Application>
  <PresentationFormat>Widescreen</PresentationFormat>
  <Paragraphs>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Bygg din egen AI-agent</dc:title>
  <dc:subject>Teknocamp 2026 - 2-dagers hands-on workshop</dc:subject>
  <dc:creator>Created by Marp</dc:creator>
  <cp:lastModifiedBy>Steinar Stalsberg</cp:lastModifiedBy>
  <cp:revision>2</cp:revision>
  <dcterms:created xsi:type="dcterms:W3CDTF">2026-04-06T13:21:23Z</dcterms:created>
  <dcterms:modified xsi:type="dcterms:W3CDTF">2026-04-06T13:21:44Z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Sensitivity: Internal</vt:lpwstr>
  </property>
</Properties>
</file>